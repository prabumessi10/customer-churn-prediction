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03904" y="548640"/>
            <a:ext cx="4572000" cy="4572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3904" y="10515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Customer Churn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3904" y="1965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3904" y="2788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Linear Regression  •  Random Forest  •  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3904" y="3429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59E0B"/>
                </a:solidFill>
                <a:latin typeface="Segoe UI"/>
              </a:rPr>
              <a:t>Live demo:  customer-churn-prediction-on.streamlit.app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160520"/>
            <a:ext cx="5029200" cy="21945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343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366F1"/>
                </a:solidFill>
                <a:latin typeface="Segoe U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800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SUBASH ACHARYA D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Roll No. 24CSR306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303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THANNASI PRABU R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Roll No. 24CSR321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806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VIKRAM S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Roll No. 24CSR345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Why churn prediction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F4444"/>
                </a:solidFill>
                <a:latin typeface="Segoe UI"/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Annual losses exceed ₹10,000 crore across telecom, banking and OTT due to churn.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Rule-based retention systems miss complex behavioural patterns (usage shifts, payment irregularities, service interactions).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Generic global datasets ignore localised drivers such as UPI usage trends and regional behaviour.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Businesses react too late — churn signals are not detected early enough.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No production-ready, interpretable models at 85–92%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0B981"/>
                </a:solidFill>
                <a:latin typeface="Segoe UI"/>
              </a:rP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Train Linear Regression, Random Forest and XGBoost on Telco customer churn data.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Detect churn early using churn probability + risk levels for every customer.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Explain every prediction (local drivers + global importance).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Serve insights through a Flask web app and a deployed Streamlit dashboard.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Deliver reproducible, interpretable ML with honest, test-set-validated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1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228601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384049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9260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234441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Score every customer with a churn probability and a clear Churn / No-Churn verdict.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" y="1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8604" y="228601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4" y="384049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4" y="29260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Model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4" y="1234441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Build and evaluate Linear Regression, Random Forest and XGBoost side by side.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" y="1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8608" y="228601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8" y="384049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8" y="292609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Interpretability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8" y="1234441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Explain why each model makes its call — local drivers and global importance.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4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8600" y="228604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840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926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Data 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123444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Clean 7,032 records, encode features, standardise numeric fields and engineer new 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" y="4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8604" y="228604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4" y="3840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4" y="2926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Web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4" y="123444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Ship a full UI — dashboard, prediction form, batch CSV and JSON API.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" y="4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28608" y="228604"/>
            <a:ext cx="868680" cy="8686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8" y="3840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8" y="2926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Online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8" y="1234444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Host the app publicly on Streamlit Community Cloud from the GitHub repo.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Dataset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Telco Customer Churn — IBM sample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6366F1"/>
                </a:solidFill>
                <a:latin typeface="Segoe UI"/>
              </a:rPr>
              <a:t>7,032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Records after 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417320"/>
            <a:ext cx="265176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645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6366F1"/>
                </a:solidFill>
                <a:latin typeface="Segoe UI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417320"/>
            <a:ext cx="265176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645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6366F1"/>
                </a:solidFill>
                <a:latin typeface="Segoe UI"/>
              </a:rPr>
              <a:t>26.6%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Churn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417320"/>
            <a:ext cx="2651760" cy="1691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6459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6366F1"/>
                </a:solidFill>
                <a:latin typeface="Segoe UI"/>
              </a:rPr>
              <a:t>1,407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Hold-out test customers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5577840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2E8F0"/>
                </a:solidFill>
                <a:latin typeface="Segoe UI"/>
              </a:rPr>
              <a:t>Core dataset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Demographics: gender, SeniorCitizen, Partner, Dependents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Usage: tenure, PhoneService, MultipleLines, InternetService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Services: OnlineSecurity, OnlineBackup, DeviceProtection, TechSupport, Streaming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Contract &amp; billing: Contract, PaperlessBilling, PaymentMethod, Monthly / Total Charges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429000"/>
            <a:ext cx="5349240" cy="2743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2E8F0"/>
                </a:solidFill>
                <a:latin typeface="Segoe UI"/>
              </a:rPr>
              <a:t>Preprocessing in src/preprocess.py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605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Drop customerID; convert TotalCharges to numeric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Map binary fields (gender, Partner, Dependents, services) to 0/1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One-hot encode category fields; standardise numeric fields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Engineer avg_charge_per_month and tenure_log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Target: Churn → Yes/No (26.6% positive class)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Model Choosing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466344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2E8F0"/>
                </a:solidFill>
                <a:latin typeface="Segoe UI"/>
              </a:rPr>
              <a:t>Linear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77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366F1"/>
                </a:solidFill>
                <a:latin typeface="Segoe UI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Continuous score thresholded at 0.5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Strong ROC-AUC 0.837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Coefficient-weighted local explanations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79.8% accuracy on the test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63040"/>
            <a:ext cx="3611880" cy="466344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463040"/>
            <a:ext cx="36118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2E8F0"/>
                </a:solidFill>
                <a:latin typeface="Segoe UI"/>
              </a:rPr>
              <a:t>Random Forest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377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Retention champion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9718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400 trees, max depth 12, balanced classes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Best churn recall — finds 76.2% of churners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Probability calibrated with threshold 0.70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Recommended for retention teams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463040"/>
            <a:ext cx="3611880" cy="466344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463040"/>
            <a:ext cx="361188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1737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2E8F0"/>
                </a:solidFill>
                <a:latin typeface="Segoe UI"/>
              </a:rPr>
              <a:t>XGBoost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1624" y="23317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2377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Gradient boosting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97180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500 rounds, learning rate 0.05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Mild imbalance weight 1.4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Clean probability estimates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•  77.2% accuracy, AUC 0.817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1783080" cy="2377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178308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560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CSV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32461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7,043 × 21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raw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194560"/>
            <a:ext cx="1783080" cy="2377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2194560"/>
            <a:ext cx="178308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2560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2461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types • missing • encoding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feature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94560"/>
            <a:ext cx="1783080" cy="2377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94560"/>
            <a:ext cx="178308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560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ML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2461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Linear Regression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Random Forest • XGBoost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94560"/>
            <a:ext cx="1783080" cy="2377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178308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560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2461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model/*.pkl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metrics • thresholds JSON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194560"/>
            <a:ext cx="1783080" cy="2377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194560"/>
            <a:ext cx="178308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560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2461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Flask web app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Streamlit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2194560"/>
            <a:ext cx="1783080" cy="23774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95560" y="2194560"/>
            <a:ext cx="178308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05288" y="2560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E2E8F0"/>
                </a:solidFill>
                <a:latin typeface="Segoe UI"/>
              </a:rPr>
              <a:t>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32461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predict a customer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upload CSV • view charts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167128" y="3383280"/>
            <a:ext cx="512064" cy="45720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4133088" y="3383280"/>
            <a:ext cx="512064" cy="45720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6099048" y="3383280"/>
            <a:ext cx="512064" cy="45720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8065008" y="3383280"/>
            <a:ext cx="512064" cy="45720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10030968" y="3383280"/>
            <a:ext cx="512064" cy="45720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120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Segoe UI"/>
              </a:rPr>
              <a:t>User selects a customer / uploads data  →  all three models score it  →  interpretations and visual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Workflow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691640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099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2E8F0"/>
                </a:solidFill>
                <a:latin typeface="Segoe UI"/>
              </a:rPr>
              <a:t>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Read Telco_Customer_Churn.csv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587752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706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2E8F0"/>
                </a:solidFill>
                <a:latin typeface="Segoe UI"/>
              </a:rPr>
              <a:t>Clean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Convert types • drop NA • encode • engineer features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483864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6674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02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2E8F0"/>
                </a:solidFill>
                <a:latin typeface="Segoe UI"/>
              </a:rPr>
              <a:t>Train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7530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Linear Regression • Random Forest • XGBoost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379976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6285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9826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2E8F0"/>
                </a:solidFill>
                <a:latin typeface="Segoe UI"/>
              </a:rPr>
              <a:t>Save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471416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Full pipelines, metrics, thresholds via joblib/JSON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5276088"/>
            <a:ext cx="822960" cy="8229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589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2943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2E8F0"/>
                </a:solidFill>
                <a:latin typeface="Segoe UI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67528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Flask locally + public Streamlit Cloud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7492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Customer profile / CSV upload — predictions, probabilities, risk levels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074920"/>
            <a:ext cx="5440680" cy="1143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212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577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Verdicts + churn probability, interpretation, CSV downloads, live 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Application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5394960" cy="420624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554480"/>
            <a:ext cx="539496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Flask Web App  (app.py)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Model dashboard — metrics &amp; confusion matrices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Single prediction — 3-model verdicts + explanation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Batch CSV upload with ensemble verdict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JSON API — POST /api/predict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5394960" cy="420624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554480"/>
            <a:ext cx="539496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2E8F0"/>
                </a:solidFill>
                <a:latin typeface="Segoe UI"/>
              </a:rPr>
              <a:t>Streamlit App  (streamlit_app.py)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Model dashboard — KPIs, bars, confusion matrices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Predict a customer — form + live explanation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Batch upload — downloadable results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•  About — methodology and honest performance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9E0B"/>
                </a:solidFill>
                <a:latin typeface="Segoe UI"/>
              </a:rPr>
              <a:t>Both apps share the same trained pipelines and preprocessing — one codebase, two front-ends.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Model Performance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80/20 stratified train-test split • 1,407 test customers • all metrics test-set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6366F1"/>
                </a:solidFill>
                <a:latin typeface="Segoe UI"/>
              </a:rPr>
              <a:t>79.8%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Linear Regression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0B981"/>
                </a:solidFill>
                <a:latin typeface="Segoe UI"/>
              </a:rPr>
              <a:t>76.2%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Random Forest churn 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0.837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Best ROC-AUC (Linear Regression)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7830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73.4%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Majority-class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640080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20440"/>
            <a:ext cx="4937760" cy="24688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223760" y="3383280"/>
            <a:ext cx="4480560" cy="2743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566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E8F0"/>
                </a:solidFill>
                <a:latin typeface="Segoe UI"/>
              </a:rPr>
              <a:t>Validation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114800"/>
            <a:ext cx="4069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•  Stratified split keeps churn rate constant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•  Accuracy-optimised decision thresholds per model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•  Honest note: 85–92% is aspirational on this dataset — 75–80% is the realistic state of the art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E2E8F0"/>
                </a:solidFill>
                <a:latin typeface="Segoe UI"/>
              </a:rPr>
              <a:t>•  Random Forest finds 76% of future churners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Project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End-to-end churn system: clean → train → evaluate → deploy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Three interpretable models with honest, test-set metrics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Flask + Streamlit front-ends and a JSON API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Publicly accessible Streamlit dashboard on the cloud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Batch scoring with downloadable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59E0B"/>
                </a:solidFill>
                <a:latin typeface="Segoe UI"/>
              </a:rPr>
              <a:t>Future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Localised data: UPI trends, migration patterns, regional behaviour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SHAP / LIME explanations for every prediction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Time-series and uplift models for retention campaigns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Automated alerts for high-risk customers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•  Model monitoring as new data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Output — Dashboard &amp;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Live app: https://customer-churn-prediction-on.streamlit.app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4663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356616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46304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764032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9E0B"/>
                </a:solidFill>
                <a:latin typeface="Segoe UI"/>
              </a:rPr>
              <a:t>Every customer gets a churn probability, risk level, consensus verdict and an explanation of the deciding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Output — Confusion Matrices (hold-out test set)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3703320" cy="4480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2E8F0"/>
                </a:solidFill>
                <a:latin typeface="Segoe UI"/>
              </a:rPr>
              <a:t>Linear Regression</a:t>
            </a:r>
          </a:p>
        </p:txBody>
      </p:sp>
      <p:pic>
        <p:nvPicPr>
          <p:cNvPr id="8" name="Picture 7" descr="confusion_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416052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417320"/>
            <a:ext cx="3703320" cy="4480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5544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2E8F0"/>
                </a:solidFill>
                <a:latin typeface="Segoe UI"/>
              </a:rPr>
              <a:t>Random Forest</a:t>
            </a:r>
          </a:p>
        </p:txBody>
      </p:sp>
      <p:pic>
        <p:nvPicPr>
          <p:cNvPr id="11" name="Picture 10" descr="confusion_random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48840"/>
            <a:ext cx="4160520" cy="3566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38160" y="1417320"/>
            <a:ext cx="3703320" cy="4480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544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E2E8F0"/>
                </a:solidFill>
                <a:latin typeface="Segoe UI"/>
              </a:rPr>
              <a:t>XGBoost</a:t>
            </a:r>
          </a:p>
        </p:txBody>
      </p:sp>
      <p:pic>
        <p:nvPicPr>
          <p:cNvPr id="14" name="Picture 13" descr="confusion_xgbo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148840"/>
            <a:ext cx="4160520" cy="3566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9E0B"/>
                </a:solidFill>
                <a:latin typeface="Segoe UI"/>
              </a:rPr>
              <a:t>Random Forest trades a little accuracy for far higher churn recall — the right trade for retention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E8F0"/>
                </a:solidFill>
                <a:latin typeface="Segoe UI"/>
              </a:rPr>
              <a:t>Output — Model Comparison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Full interactive analytics on the deployed Streamlit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201400" cy="4206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91640"/>
            <a:ext cx="7498078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59E0B"/>
                </a:solidFill>
                <a:latin typeface="Segoe UI"/>
              </a:rPr>
              <a:t>Accuracy, precision, recall, F1, ROC-AUC and confusion matrices for all three models, side by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